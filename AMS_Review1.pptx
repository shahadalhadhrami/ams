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208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1132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50292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Management System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0" y="3154680"/>
            <a:ext cx="27432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7" name="Text 4"/>
          <p:cNvSpPr/>
          <p:nvPr/>
        </p:nvSpPr>
        <p:spPr>
          <a:xfrm>
            <a:off x="2286000" y="3383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PRESENTATION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Shahad Aziz Al-hadhrami  |  Aya Said Al-raqumi  |  Shahad Hamed Al-brumi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Narayanasamy Rajendran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Text 8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  |  Cyber Security Specialization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325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0" y="1325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1828800"/>
            <a:ext cx="7132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1920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&amp; Architecture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0" y="1920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2423160"/>
            <a:ext cx="7132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14" name="Shape 12"/>
          <p:cNvSpPr/>
          <p:nvPr/>
        </p:nvSpPr>
        <p:spPr>
          <a:xfrm>
            <a:off x="731520" y="251460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5" name="Text 13"/>
          <p:cNvSpPr/>
          <p:nvPr/>
        </p:nvSpPr>
        <p:spPr>
          <a:xfrm>
            <a:off x="73152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2514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Focus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0" y="2514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71600" y="3017520"/>
            <a:ext cx="7132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19" name="Shape 17"/>
          <p:cNvSpPr/>
          <p:nvPr/>
        </p:nvSpPr>
        <p:spPr>
          <a:xfrm>
            <a:off x="731520" y="31089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20" name="Text 18"/>
          <p:cNvSpPr/>
          <p:nvPr/>
        </p:nvSpPr>
        <p:spPr>
          <a:xfrm>
            <a:off x="73152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108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Progress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15200" y="3108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71600" y="3611880"/>
            <a:ext cx="7132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24" name="Shape 22"/>
          <p:cNvSpPr/>
          <p:nvPr/>
        </p:nvSpPr>
        <p:spPr>
          <a:xfrm>
            <a:off x="731520" y="370332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25" name="Text 23"/>
          <p:cNvSpPr/>
          <p:nvPr/>
        </p:nvSpPr>
        <p:spPr>
          <a:xfrm>
            <a:off x="73152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3703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Screenshots &amp; Demo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315200" y="3703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371600" y="4206240"/>
            <a:ext cx="7132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29" name="Shape 27"/>
          <p:cNvSpPr/>
          <p:nvPr/>
        </p:nvSpPr>
        <p:spPr>
          <a:xfrm>
            <a:off x="731520" y="429768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0" name="Text 28"/>
          <p:cNvSpPr/>
          <p:nvPr/>
        </p:nvSpPr>
        <p:spPr>
          <a:xfrm>
            <a:off x="73152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71600" y="4297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Q/A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315200" y="42976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83680" y="4572000"/>
            <a:ext cx="2103120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4" name="Text 32"/>
          <p:cNvSpPr/>
          <p:nvPr/>
        </p:nvSpPr>
        <p:spPr>
          <a:xfrm>
            <a:off x="6583680" y="4572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~30 minutes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Challenges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810512"/>
            <a:ext cx="3383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1168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assessment processes across different reviewers and supervisors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42032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4963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Delays, errors, and inconsistencies in grade consolidation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72384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0266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data breaches with unsecured mark handling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02736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5570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platform for multi-phase project evaluations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33088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97280" y="4087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tracking assessment progress across semesters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4754880" y="1280160"/>
            <a:ext cx="3931920" cy="347472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63040"/>
            <a:ext cx="548640" cy="5486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29200" y="2057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Solution: AMS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5029200" y="25146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centralized web-based system for managing and consolidating course project assessment marks with role-based access, multi-factor authentication, and full audit logging.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5029200" y="4023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Security-First Approach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5029200" y="4297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Cyber Security students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087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417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login with MFA, password policies, and brute-force protection via Fail2Ban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123444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3474720" y="1417320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5087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1417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Assessment Workflow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7472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configurable evaluation phases with customizable rubric templates and scoring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23444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5" name="Shape 11"/>
          <p:cNvSpPr/>
          <p:nvPr/>
        </p:nvSpPr>
        <p:spPr>
          <a:xfrm>
            <a:off x="6309360" y="1417320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5087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03720" y="1417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Access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0936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distinct roles: Super Admin, Coordinator, Supervisor, Reviewer, and Student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1089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20" name="Shape 15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3832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291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Consolidation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0080" y="3886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 final marks using configurable aggregation methods (Average, Sum, Max)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91840" y="31089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25" name="Shape 19"/>
          <p:cNvSpPr/>
          <p:nvPr/>
        </p:nvSpPr>
        <p:spPr>
          <a:xfrm>
            <a:off x="3474720" y="3291840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38328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69080" y="3291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Compliance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74720" y="3886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activity logging for every mark change, unlock, override, and proxy entry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31089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30" name="Shape 23"/>
          <p:cNvSpPr/>
          <p:nvPr/>
        </p:nvSpPr>
        <p:spPr>
          <a:xfrm>
            <a:off x="6309360" y="3291840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38328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3720" y="3291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Export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309360" y="3886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PDF reports and CSV/Excel exports for external Student Information Systems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&amp; 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Admin, Coordinator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screens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1" name="Shape 9"/>
          <p:cNvSpPr/>
          <p:nvPr/>
        </p:nvSpPr>
        <p:spPr>
          <a:xfrm>
            <a:off x="3291840" y="1234440"/>
            <a:ext cx="256032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Text 10"/>
          <p:cNvSpPr/>
          <p:nvPr/>
        </p:nvSpPr>
        <p:spPr>
          <a:xfrm>
            <a:off x="342900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Panel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691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/staff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Supervisor, Reviewer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screens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2344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7" name="Shape 15"/>
          <p:cNvSpPr/>
          <p:nvPr/>
        </p:nvSpPr>
        <p:spPr>
          <a:xfrm>
            <a:off x="6126480" y="123444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8" name="Text 16"/>
          <p:cNvSpPr/>
          <p:nvPr/>
        </p:nvSpPr>
        <p:spPr>
          <a:xfrm>
            <a:off x="626364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Panel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1691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/student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(read-only)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screens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3291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721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3721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FilamentPHP v5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1513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4151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Fortify + MFA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5811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20240" y="45811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Spatie Permission v7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3291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Spatie Activitylog v4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3721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3721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8.x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0" y="41513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4151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45811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45811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DomPDF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Architecture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34440" y="749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is our core focus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560320" cy="160020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2560320" cy="36576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4630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4008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TOTP-based MFA via Laravel Fortify for all user accounts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91840" y="1280160"/>
            <a:ext cx="2560320" cy="160020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2" name="Shape 8"/>
          <p:cNvSpPr/>
          <p:nvPr/>
        </p:nvSpPr>
        <p:spPr>
          <a:xfrm>
            <a:off x="3291840" y="1280160"/>
            <a:ext cx="2560320" cy="36576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14630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31920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47472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roles with strict panel isolation using Spatie Permission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126480" y="1280160"/>
            <a:ext cx="2560320" cy="160020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7" name="Shape 12"/>
          <p:cNvSpPr/>
          <p:nvPr/>
        </p:nvSpPr>
        <p:spPr>
          <a:xfrm>
            <a:off x="6126480" y="1280160"/>
            <a:ext cx="2560320" cy="36576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46304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66560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Policies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30936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password detection via Laravel Pwned Passwords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57200" y="3108960"/>
            <a:ext cx="2560320" cy="160020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22" name="Shape 16"/>
          <p:cNvSpPr/>
          <p:nvPr/>
        </p:nvSpPr>
        <p:spPr>
          <a:xfrm>
            <a:off x="457200" y="3108960"/>
            <a:ext cx="2560320" cy="36576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29184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9728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40080" y="3794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Fail2Ban integration for brute-force login protection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3291840" y="3108960"/>
            <a:ext cx="2560320" cy="160020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27" name="Shape 20"/>
          <p:cNvSpPr/>
          <p:nvPr/>
        </p:nvSpPr>
        <p:spPr>
          <a:xfrm>
            <a:off x="3291840" y="3108960"/>
            <a:ext cx="2560320" cy="36576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3291840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93192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3474720" y="3794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mark change, unlock, and override is fully logged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126480" y="3108960"/>
            <a:ext cx="2560320" cy="160020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32" name="Shape 24"/>
          <p:cNvSpPr/>
          <p:nvPr/>
        </p:nvSpPr>
        <p:spPr>
          <a:xfrm>
            <a:off x="6126480" y="3108960"/>
            <a:ext cx="2560320" cy="36576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291840"/>
            <a:ext cx="365760" cy="36576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76656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6309360" y="3794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deletes, encrypted transit, and immutable submission locks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Data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68580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Master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Departments, Courses, Grading Scales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63240" y="1783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68580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Text 10"/>
          <p:cNvSpPr/>
          <p:nvPr/>
        </p:nvSpPr>
        <p:spPr>
          <a:xfrm>
            <a:off x="3291840" y="12801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Workflow Rules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Templates, Criteria, Phase Templates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97880" y="1783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685800" cy="3657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8" name="Text 16"/>
          <p:cNvSpPr/>
          <p:nvPr/>
        </p:nvSpPr>
        <p:spPr>
          <a:xfrm>
            <a:off x="6126480" y="12801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Semester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Semesters, Projects, Group Assignments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685800" cy="3657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23" name="Text 21"/>
          <p:cNvSpPr/>
          <p:nvPr/>
        </p:nvSpPr>
        <p:spPr>
          <a:xfrm>
            <a:off x="457200" y="31089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Assessments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Rubric Forms, Draft/Submit, Proxy Marking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063240" y="36118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91840" y="310896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28" name="Shape 26"/>
          <p:cNvSpPr/>
          <p:nvPr/>
        </p:nvSpPr>
        <p:spPr>
          <a:xfrm>
            <a:off x="3291840" y="3108960"/>
            <a:ext cx="68580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29" name="Text 27"/>
          <p:cNvSpPr/>
          <p:nvPr/>
        </p:nvSpPr>
        <p:spPr>
          <a:xfrm>
            <a:off x="3291840" y="31089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2900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Grades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42900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Auto-calculation, Aggregation, Overrides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97880" y="36118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</a:rPr>
              <a:t>▶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26480" y="310896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34" name="Shape 32"/>
          <p:cNvSpPr/>
          <p:nvPr/>
        </p:nvSpPr>
        <p:spPr>
          <a:xfrm>
            <a:off x="6126480" y="3108960"/>
            <a:ext cx="68580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5" name="Text 33"/>
          <p:cNvSpPr/>
          <p:nvPr/>
        </p:nvSpPr>
        <p:spPr>
          <a:xfrm>
            <a:off x="6126480" y="31089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6364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Export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6364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PDF Reports, CSV/Excel Export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0" y="28803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B82F6"/>
                </a:solidFill>
              </a:rPr>
              <a:t>▼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73152" cy="1645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1325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Master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departments, specializations, courses, grading_scales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73152" cy="16459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Text 10"/>
          <p:cNvSpPr/>
          <p:nvPr/>
        </p:nvSpPr>
        <p:spPr>
          <a:xfrm>
            <a:off x="498348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0" y="1325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Pool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9659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rubric_templates, criteria, score_levels, phase_templates, phase_rubric_rules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73152" cy="1645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8" name="Text 16"/>
          <p:cNvSpPr/>
          <p:nvPr/>
        </p:nvSpPr>
        <p:spPr>
          <a:xfrm>
            <a:off x="68580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Sandbox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7033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semesters, projects, project_student, project_reviewer, coordinator_semester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23" name="Shape 21"/>
          <p:cNvSpPr/>
          <p:nvPr/>
        </p:nvSpPr>
        <p:spPr>
          <a:xfrm>
            <a:off x="4754880" y="2926080"/>
            <a:ext cx="73152" cy="1645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24" name="Text 22"/>
          <p:cNvSpPr/>
          <p:nvPr/>
        </p:nvSpPr>
        <p:spPr>
          <a:xfrm>
            <a:off x="498348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Scoring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37033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evaluations, evaluation_scores, consolidated_marks, consolidated_mark_components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0" y="4617720"/>
            <a:ext cx="3657600" cy="3200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29" name="Text 27"/>
          <p:cNvSpPr/>
          <p:nvPr/>
        </p:nvSpPr>
        <p:spPr>
          <a:xfrm>
            <a:off x="274320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Tables  |  4 Domains  |  82 Functional Requirements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Progress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30352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Completed Modules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4754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452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8470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real-time widgets and charts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6712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1396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 (Users, Projects, Rubrics via CSV)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59736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4323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and Specializations management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52344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560" y="27249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management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44952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51560" y="3017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Scaling configuration</a:t>
            </a:r>
            <a:endParaRPr lang="en-US" sz="11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182880" cy="1828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51560" y="33101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with role assignment</a:t>
            </a:r>
            <a:endParaRPr lang="en-US" sz="11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30168"/>
            <a:ext cx="182880" cy="18288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051560" y="36027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Templates with criteria and score levels</a:t>
            </a:r>
            <a:endParaRPr lang="en-US" sz="11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22776"/>
            <a:ext cx="182880" cy="18288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051560" y="38953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Panel (complete)</a:t>
            </a:r>
            <a:endParaRPr lang="en-US" sz="11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15384"/>
            <a:ext cx="182880" cy="18288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1051560" y="41879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Panel (complete)</a:t>
            </a:r>
            <a:endParaRPr lang="en-US" sz="11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507992"/>
            <a:ext cx="182880" cy="18288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1051560" y="4480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Panel (complete)</a:t>
            </a:r>
            <a:endParaRPr lang="en-US" sz="1100" dirty="0"/>
          </a:p>
        </p:txBody>
      </p:sp>
      <p:sp>
        <p:nvSpPr>
          <p:cNvPr id="27" name="Shape 15"/>
          <p:cNvSpPr/>
          <p:nvPr/>
        </p:nvSpPr>
        <p:spPr>
          <a:xfrm>
            <a:off x="6126480" y="1234440"/>
            <a:ext cx="2560320" cy="155448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28" name="Text 16"/>
          <p:cNvSpPr/>
          <p:nvPr/>
        </p:nvSpPr>
        <p:spPr>
          <a:xfrm>
            <a:off x="6126480" y="1371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4400" dirty="0"/>
          </a:p>
        </p:txBody>
      </p:sp>
      <p:sp>
        <p:nvSpPr>
          <p:cNvPr id="29" name="Text 17"/>
          <p:cNvSpPr/>
          <p:nvPr/>
        </p:nvSpPr>
        <p:spPr>
          <a:xfrm>
            <a:off x="612648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Implemented</a:t>
            </a:r>
            <a:endParaRPr lang="en-US" sz="1200" dirty="0"/>
          </a:p>
        </p:txBody>
      </p:sp>
      <p:sp>
        <p:nvSpPr>
          <p:cNvPr id="30" name="Text 18"/>
          <p:cNvSpPr/>
          <p:nvPr/>
        </p:nvSpPr>
        <p:spPr>
          <a:xfrm>
            <a:off x="6126480" y="2240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+ Staff + Student</a:t>
            </a:r>
            <a:endParaRPr lang="en-US" sz="1000" dirty="0"/>
          </a:p>
        </p:txBody>
      </p:sp>
      <p:sp>
        <p:nvSpPr>
          <p:cNvPr id="31" name="Shape 19"/>
          <p:cNvSpPr/>
          <p:nvPr/>
        </p:nvSpPr>
        <p:spPr>
          <a:xfrm>
            <a:off x="6126480" y="301752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32" name="Text 20"/>
          <p:cNvSpPr/>
          <p:nvPr/>
        </p:nvSpPr>
        <p:spPr>
          <a:xfrm>
            <a:off x="6126480" y="3063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</a:t>
            </a:r>
            <a:endParaRPr lang="en-US" sz="2800" dirty="0"/>
          </a:p>
        </p:txBody>
      </p:sp>
      <p:sp>
        <p:nvSpPr>
          <p:cNvPr id="33" name="Text 21"/>
          <p:cNvSpPr/>
          <p:nvPr/>
        </p:nvSpPr>
        <p:spPr>
          <a:xfrm>
            <a:off x="6126480" y="35204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34" name="Text 22"/>
          <p:cNvSpPr/>
          <p:nvPr/>
        </p:nvSpPr>
        <p:spPr>
          <a:xfrm>
            <a:off x="7406640" y="3063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800" dirty="0"/>
          </a:p>
        </p:txBody>
      </p:sp>
      <p:sp>
        <p:nvSpPr>
          <p:cNvPr id="35" name="Text 23"/>
          <p:cNvSpPr/>
          <p:nvPr/>
        </p:nvSpPr>
        <p:spPr>
          <a:xfrm>
            <a:off x="7406640" y="35204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</a:t>
            </a:r>
            <a:endParaRPr lang="en-US" sz="900" dirty="0"/>
          </a:p>
        </p:txBody>
      </p:sp>
      <p:sp>
        <p:nvSpPr>
          <p:cNvPr id="36" name="Shape 24"/>
          <p:cNvSpPr/>
          <p:nvPr/>
        </p:nvSpPr>
        <p:spPr>
          <a:xfrm>
            <a:off x="6126480" y="4160520"/>
            <a:ext cx="25603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37" name="Text 25"/>
          <p:cNvSpPr/>
          <p:nvPr/>
        </p:nvSpPr>
        <p:spPr>
          <a:xfrm>
            <a:off x="6126480" y="4187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38" name="Text 26"/>
          <p:cNvSpPr/>
          <p:nvPr/>
        </p:nvSpPr>
        <p:spPr>
          <a:xfrm>
            <a:off x="6126480" y="4526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900" dirty="0"/>
          </a:p>
        </p:txBody>
      </p:sp>
      <p:sp>
        <p:nvSpPr>
          <p:cNvPr id="39" name="Text 27"/>
          <p:cNvSpPr/>
          <p:nvPr/>
        </p:nvSpPr>
        <p:spPr>
          <a:xfrm>
            <a:off x="7406640" y="4187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800" dirty="0"/>
          </a:p>
        </p:txBody>
      </p:sp>
      <p:sp>
        <p:nvSpPr>
          <p:cNvPr id="40" name="Text 28"/>
          <p:cNvSpPr/>
          <p:nvPr/>
        </p:nvSpPr>
        <p:spPr>
          <a:xfrm>
            <a:off x="7406640" y="4526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Panel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&amp; Coordinator 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with MFA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554480"/>
            <a:ext cx="3840480" cy="2286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63440" y="1188720"/>
            <a:ext cx="41148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9" name="Text 6"/>
          <p:cNvSpPr/>
          <p:nvPr/>
        </p:nvSpPr>
        <p:spPr>
          <a:xfrm>
            <a:off x="475488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0600" y="1554480"/>
            <a:ext cx="3840480" cy="2286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4069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" y="4315968"/>
            <a:ext cx="2560320" cy="7315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91840" y="4069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Templates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291840" y="4315968"/>
            <a:ext cx="2560320" cy="7315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26480" y="4069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126480" y="4315968"/>
            <a:ext cx="25603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Panel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&amp; Reviewer 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029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Dual-Role Dashboard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554480"/>
            <a:ext cx="4754880" cy="3017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0" y="1188720"/>
            <a:ext cx="3108960" cy="347472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9" name="Text 6"/>
          <p:cNvSpPr/>
          <p:nvPr/>
        </p:nvSpPr>
        <p:spPr>
          <a:xfrm>
            <a:off x="585216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87452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7220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supervision and review sections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286000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7220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evaluation form with rubric rendering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697480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7220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and individual scoring within same rubric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108960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17220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draft or submit with confirmation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520440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72200" y="3474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 view with team and progress</a:t>
            </a:r>
            <a:endParaRPr lang="en-US" sz="10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931920"/>
            <a:ext cx="164592" cy="16459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17220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order enforcement per evaluator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Panel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Student 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029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554480"/>
            <a:ext cx="4754880" cy="2743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0" y="1188720"/>
            <a:ext cx="3108960" cy="320040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9" name="Text 6"/>
          <p:cNvSpPr/>
          <p:nvPr/>
        </p:nvSpPr>
        <p:spPr>
          <a:xfrm>
            <a:off x="585216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Features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87452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7220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project info and teammates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240280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7220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supervisor name and course details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606040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72200" y="2560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internal marks (supervisor)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971800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17220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consolidated final marks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337560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72200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letter grade and GPA</a:t>
            </a:r>
            <a:endParaRPr lang="en-US" sz="10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703320"/>
            <a:ext cx="164592" cy="16459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172200" y="3657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strictly read-only</a:t>
            </a:r>
            <a:endParaRPr lang="en-US" sz="10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4069080"/>
            <a:ext cx="164592" cy="16459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172200" y="4023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identities stay anonymous</a:t>
            </a:r>
            <a:endParaRPr lang="en-US" sz="1050" dirty="0"/>
          </a:p>
        </p:txBody>
      </p:sp>
      <p:sp>
        <p:nvSpPr>
          <p:cNvPr id="24" name="Shape 14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25" name="Text 15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only see their own internal marks and consolidated results. Reviewer identities remain anonymous.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Contributions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5" name="Shape 3"/>
          <p:cNvSpPr/>
          <p:nvPr/>
        </p:nvSpPr>
        <p:spPr>
          <a:xfrm>
            <a:off x="1325880" y="141732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Shahad Aziz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Al-hadhrami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2011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08960"/>
            <a:ext cx="164592" cy="164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30723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documentation and design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74720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34381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and DFD design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40480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38039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testing and feedback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206240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416966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template management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3291840" y="123444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8" name="Shape 12"/>
          <p:cNvSpPr/>
          <p:nvPr/>
        </p:nvSpPr>
        <p:spPr>
          <a:xfrm>
            <a:off x="4160520" y="141732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9" name="Text 13"/>
          <p:cNvSpPr/>
          <p:nvPr/>
        </p:nvSpPr>
        <p:spPr>
          <a:xfrm>
            <a:off x="416052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800" dirty="0"/>
          </a:p>
        </p:txBody>
      </p:sp>
      <p:sp>
        <p:nvSpPr>
          <p:cNvPr id="20" name="Text 14"/>
          <p:cNvSpPr/>
          <p:nvPr/>
        </p:nvSpPr>
        <p:spPr>
          <a:xfrm>
            <a:off x="3474720" y="23317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Said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Al-raqumi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3566160" y="2971800"/>
            <a:ext cx="2011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3108960"/>
            <a:ext cx="164592" cy="1645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49040" y="30723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 (Laravel)</a:t>
            </a:r>
            <a:endParaRPr lang="en-US" sz="10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3474720"/>
            <a:ext cx="164592" cy="16459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749040" y="34381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FilamentPHP panel development</a:t>
            </a:r>
            <a:endParaRPr lang="en-US" sz="10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3840480"/>
            <a:ext cx="164592" cy="16459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749040" y="38039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implementation (MFA)</a:t>
            </a:r>
            <a:endParaRPr lang="en-US" sz="10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4206240"/>
            <a:ext cx="164592" cy="16459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749040" y="416966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execution engine</a:t>
            </a:r>
            <a:endParaRPr lang="en-US" sz="1050" dirty="0"/>
          </a:p>
        </p:txBody>
      </p:sp>
      <p:sp>
        <p:nvSpPr>
          <p:cNvPr id="30" name="Shape 20"/>
          <p:cNvSpPr/>
          <p:nvPr/>
        </p:nvSpPr>
        <p:spPr>
          <a:xfrm>
            <a:off x="6126480" y="123444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31" name="Shape 21"/>
          <p:cNvSpPr/>
          <p:nvPr/>
        </p:nvSpPr>
        <p:spPr>
          <a:xfrm>
            <a:off x="6995160" y="141732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2" name="Text 22"/>
          <p:cNvSpPr/>
          <p:nvPr/>
        </p:nvSpPr>
        <p:spPr>
          <a:xfrm>
            <a:off x="699516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800" dirty="0"/>
          </a:p>
        </p:txBody>
      </p:sp>
      <p:sp>
        <p:nvSpPr>
          <p:cNvPr id="33" name="Text 23"/>
          <p:cNvSpPr/>
          <p:nvPr/>
        </p:nvSpPr>
        <p:spPr>
          <a:xfrm>
            <a:off x="6309360" y="23317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Shahad Hamed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Al-brumi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400800" y="2971800"/>
            <a:ext cx="2011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108960"/>
            <a:ext cx="164592" cy="16459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583680" y="30723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design and styling</a:t>
            </a:r>
            <a:endParaRPr lang="en-US" sz="105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474720"/>
            <a:ext cx="164592" cy="164592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583680" y="34381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panel development</a:t>
            </a:r>
            <a:endParaRPr lang="en-US" sz="105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840480"/>
            <a:ext cx="164592" cy="164592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6583680" y="38039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consolidation logic</a:t>
            </a:r>
            <a:endParaRPr lang="en-US" sz="1050" dirty="0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206240"/>
            <a:ext cx="164592" cy="164592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6583680" y="416966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quality assurance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57276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0" y="1417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20574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testing, vulnerability assessment, and security audit of the entire system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2801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4937760" y="146304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572768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955280" y="1417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57784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937760" y="20574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testing, query optimization, and caching strategy implementation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7" name="Shape 13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401568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657600" y="3246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28016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0080" y="3886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with real supervisors, reviewers, and coordinators for feedback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23" name="Shape 18"/>
          <p:cNvSpPr/>
          <p:nvPr/>
        </p:nvSpPr>
        <p:spPr>
          <a:xfrm>
            <a:off x="4937760" y="329184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401568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955280" y="3246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557784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Documentation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4937760" y="3886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setup, user manual, and admin documentation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73152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6" name="Text 3"/>
          <p:cNvSpPr/>
          <p:nvPr/>
        </p:nvSpPr>
        <p:spPr>
          <a:xfrm>
            <a:off x="457200" y="3154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Shahad Aziz  |  Aya Said  |  Shahad Hamed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Narayanasamy Rajendran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0" name="Text 7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Management System  |  Review 1  |  Department of Information Technology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935</Words>
  <Application>Microsoft Macintosh PowerPoint</Application>
  <PresentationFormat>On-screen Show (16:9)</PresentationFormat>
  <Paragraphs>243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- Review 1 Presentation</dc:title>
  <dc:subject>PptxGenJS Presentation</dc:subject>
  <dc:creator>AMS Team</dc:creator>
  <cp:lastModifiedBy>Almuntaser Alsamri</cp:lastModifiedBy>
  <cp:revision>2</cp:revision>
  <dcterms:created xsi:type="dcterms:W3CDTF">2026-03-24T23:38:06Z</dcterms:created>
  <dcterms:modified xsi:type="dcterms:W3CDTF">2026-03-26T23:16:43Z</dcterms:modified>
</cp:coreProperties>
</file>